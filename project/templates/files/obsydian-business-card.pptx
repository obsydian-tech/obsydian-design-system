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3456000" cy="2196000"/>
  <p:notesSz cx="2196000" cy="345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Front. 96 x 61mm including 3mm bleed; trims to 90 x 55mm. Keep everything 5mm inside the trim.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Back. Replace the bracketed text. Export both slides to PDF for the printer: 90 x 55mm, 3mm bleed, 350gsm uncoated or soft-touch.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enrymhene/Documents/obsydian/obsydian-design-system/project/templates/assets/deck-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80000" y="-414000"/>
            <a:ext cx="5400000" cy="3038400"/>
          </a:xfrm>
          <a:prstGeom prst="rect">
            <a:avLst/>
          </a:prstGeom>
        </p:spPr>
      </p:pic>
      <p:pic>
        <p:nvPicPr>
          <p:cNvPr id="3" name="Image 1" descr="/Users/henrymhene/Documents/obsydian/obsydian-design-system/project/templates/assets/logo-b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324000"/>
            <a:ext cx="1440000" cy="13413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88000" y="1800000"/>
            <a:ext cx="180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spc="120" kern="0" dirty="0">
                <a:solidFill>
                  <a:srgbClr val="9C9B98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OBSYDIANTECHNOLOGIES.COM</a:t>
            </a:r>
            <a:endParaRPr lang="en-US" sz="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8000" y="288000"/>
            <a:ext cx="2520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-20" kern="0" dirty="0">
                <a:solidFill>
                  <a:srgbClr val="0A0A0B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[Your name]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88000" y="511200"/>
            <a:ext cx="25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76768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[Your title]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288000" y="756000"/>
            <a:ext cx="432000" cy="0"/>
          </a:xfrm>
          <a:prstGeom prst="line">
            <a:avLst/>
          </a:prstGeom>
          <a:noFill/>
          <a:ln w="12700">
            <a:solidFill>
              <a:srgbClr val="931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8000" y="900000"/>
            <a:ext cx="504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spc="100" kern="0" dirty="0">
                <a:solidFill>
                  <a:srgbClr val="9D9D9D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EMAIL</a:t>
            </a:r>
            <a:endParaRPr lang="en-US" sz="450" dirty="0"/>
          </a:p>
        </p:txBody>
      </p:sp>
      <p:sp>
        <p:nvSpPr>
          <p:cNvPr id="6" name="Text 4"/>
          <p:cNvSpPr/>
          <p:nvPr/>
        </p:nvSpPr>
        <p:spPr>
          <a:xfrm>
            <a:off x="792000" y="900000"/>
            <a:ext cx="1980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A0A0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[you@obsydiantechnologies.com]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88000" y="1080000"/>
            <a:ext cx="504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spc="100" kern="0" dirty="0">
                <a:solidFill>
                  <a:srgbClr val="9D9D9D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MOBILE</a:t>
            </a:r>
            <a:endParaRPr lang="en-US" sz="450" dirty="0"/>
          </a:p>
        </p:txBody>
      </p:sp>
      <p:sp>
        <p:nvSpPr>
          <p:cNvPr id="8" name="Text 6"/>
          <p:cNvSpPr/>
          <p:nvPr/>
        </p:nvSpPr>
        <p:spPr>
          <a:xfrm>
            <a:off x="792000" y="1080000"/>
            <a:ext cx="1980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A0A0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[+61 400 000 000]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88000" y="1260000"/>
            <a:ext cx="504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spc="100" kern="0" dirty="0">
                <a:solidFill>
                  <a:srgbClr val="9D9D9D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WEB</a:t>
            </a:r>
            <a:endParaRPr lang="en-US" sz="450" dirty="0"/>
          </a:p>
        </p:txBody>
      </p:sp>
      <p:sp>
        <p:nvSpPr>
          <p:cNvPr id="10" name="Text 8"/>
          <p:cNvSpPr/>
          <p:nvPr/>
        </p:nvSpPr>
        <p:spPr>
          <a:xfrm>
            <a:off x="792000" y="1260000"/>
            <a:ext cx="1980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A0A0B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obsydiantechnologies.com</a:t>
            </a:r>
            <a:endParaRPr lang="en-US" sz="650" dirty="0"/>
          </a:p>
        </p:txBody>
      </p:sp>
      <p:pic>
        <p:nvPicPr>
          <p:cNvPr id="11" name="Image 0" descr="/Users/henrymhene/Documents/obsydian/obsydian-design-system/project/templates/assets/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2000" y="1674000"/>
            <a:ext cx="216000" cy="2311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88000" y="1800000"/>
            <a:ext cx="216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" spc="100" kern="0" dirty="0">
                <a:solidFill>
                  <a:srgbClr val="9D9D9D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OBSYDIAN TECHNOLOGIES PTY LTD</a:t>
            </a:r>
            <a:endParaRPr lang="en-US" sz="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Obsydian business card</dc:title>
  <dc:subject>PptxGenJS Presentation</dc:subject>
  <dc:creator>Obsydian Technologies</dc:creator>
  <cp:lastModifiedBy>Obsydian Technologies</cp:lastModifiedBy>
  <cp:revision>1</cp:revision>
  <dcterms:created xsi:type="dcterms:W3CDTF">2026-10-09T11:28:43Z</dcterms:created>
  <dcterms:modified xsi:type="dcterms:W3CDTF">2026-10-09T11:28:43Z</dcterms:modified>
</cp:coreProperties>
</file>